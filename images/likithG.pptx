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sldIdLst>
    <p:sldId id="305" r:id="rId2"/>
    <p:sldId id="299" r:id="rId3"/>
    <p:sldId id="300" r:id="rId4"/>
    <p:sldId id="301" r:id="rId5"/>
    <p:sldId id="307" r:id="rId6"/>
    <p:sldId id="308" r:id="rId7"/>
    <p:sldId id="306" r:id="rId8"/>
    <p:sldId id="302" r:id="rId9"/>
    <p:sldId id="303" r:id="rId10"/>
    <p:sldId id="304" r:id="rId11"/>
    <p:sldId id="29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65C89-E021-4707-B72B-BC693BC4459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65888-85B3-4B53-8C82-9CD420C0BB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55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400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17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323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151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974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05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523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322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185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2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6505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84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3934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073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7038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93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4B5BB-88AB-4F5F-8607-648FF5F7A063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72B89F6-E268-422A-BB39-4610313F7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015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07591" y="240769"/>
            <a:ext cx="643439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CANARA ENGINEERING COLLEGE </a:t>
            </a:r>
            <a:endParaRPr lang="en-IN" sz="3000" dirty="0"/>
          </a:p>
        </p:txBody>
      </p:sp>
      <p:sp>
        <p:nvSpPr>
          <p:cNvPr id="3" name="Rectangle 2"/>
          <p:cNvSpPr/>
          <p:nvPr/>
        </p:nvSpPr>
        <p:spPr>
          <a:xfrm>
            <a:off x="2513199" y="945044"/>
            <a:ext cx="7423174" cy="873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Sudhindra Nagara, Benjanapadavu, Mangalore– 574219, D.K Karnataka </a:t>
            </a:r>
          </a:p>
          <a:p>
            <a:pPr algn="ctr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 OF COMPUTER SCIENCE AND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75275" y="2124455"/>
            <a:ext cx="1123881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Presentation – BCS803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981" y="3445957"/>
            <a:ext cx="4964179" cy="41549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Kartik Devidas Nayak</a:t>
            </a:r>
          </a:p>
          <a:p>
            <a:pPr lvl="0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USN: 4CB22IS022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Internship: Industry Internship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Name: Glowlogics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 Mrs. Shilpa B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of Internship: 4 Months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Kamadhenu Logo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81" y="270892"/>
            <a:ext cx="1088980" cy="1131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mmembal Logo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668" y="270892"/>
            <a:ext cx="1038225" cy="1047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9913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820" y="174008"/>
            <a:ext cx="8596668" cy="797169"/>
          </a:xfrm>
        </p:spPr>
        <p:txBody>
          <a:bodyPr/>
          <a:lstStyle/>
          <a:p>
            <a:r>
              <a:rPr lang="en-IN" b="1" dirty="0"/>
              <a:t>Internship Overview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35820" y="971177"/>
            <a:ext cx="10266802" cy="5806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Company/Organization Introduction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Glowlogics is a software development and training company.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building real-world technical skills.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industry-oriented training programs.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modern technologies like web development and backend systems.</a:t>
            </a:r>
          </a:p>
          <a:p>
            <a:pPr marL="0" indent="0" algn="just">
              <a:buNone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Role &amp; Responsibilities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Full Stack Java Developer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Technologies/Tools Used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– Structure of web pages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– Styling and layout design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– Interactivity and dynamic behavior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– Object-oriented programming concepts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Framework – Backend development</a:t>
            </a:r>
          </a:p>
        </p:txBody>
      </p:sp>
    </p:spTree>
    <p:extLst>
      <p:ext uri="{BB962C8B-B14F-4D97-AF65-F5344CB8AC3E}">
        <p14:creationId xmlns:p14="http://schemas.microsoft.com/office/powerpoint/2010/main" val="539072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1237"/>
          </a:xfrm>
        </p:spPr>
        <p:txBody>
          <a:bodyPr/>
          <a:lstStyle/>
          <a:p>
            <a:r>
              <a:rPr lang="en-IN" b="1" dirty="0"/>
              <a:t>Summary of Daily Report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589408"/>
            <a:ext cx="834692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day-wise development of a portfolio website and full-stack online bookstore, progressing from UI design to backend integration.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tasks including responsive frontend design, API development, cart implementation, and checkout functionality.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Faced challenges in responsive layout handling, Spring MVC understanding, and frontend-backend data flow management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Gained key learnings in full-stack development, REST API integration, debugging techniques, and structured application design.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090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006" y="389164"/>
            <a:ext cx="8596668" cy="688521"/>
          </a:xfrm>
        </p:spPr>
        <p:txBody>
          <a:bodyPr/>
          <a:lstStyle/>
          <a:p>
            <a:r>
              <a:rPr lang="en-IN" b="1" dirty="0"/>
              <a:t>Deliverables and Outcomes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44653" y="1531266"/>
            <a:ext cx="1016832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Project(s) Completed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 personal portfolio website with responsive UI and interactive elements.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 full-stack online bookstore with browsing, cart, and checkout features.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both frontend and backend integration using Java and Spring MVC.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Engineering Knowledge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web development principles like responsive design and UI/UX structuring.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software engineering concepts such as MVC architecture and modular design.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problem-solving and debugging techniques in full-stack development.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/ Techniques Used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HTML, CSS (Flexbox, Media Queries), and JavaScript for frontend development.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Utilized Java and Spring Web MVC for backend logic and API creation.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RESTful API design and optional JDBC for data handling.</a:t>
            </a:r>
          </a:p>
        </p:txBody>
      </p:sp>
    </p:spTree>
    <p:extLst>
      <p:ext uri="{BB962C8B-B14F-4D97-AF65-F5344CB8AC3E}">
        <p14:creationId xmlns:p14="http://schemas.microsoft.com/office/powerpoint/2010/main" val="2228945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21329-6BE8-1BA3-9A79-B272EB682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323B8-57EB-4B14-10B1-DA56B3E6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006" y="389164"/>
            <a:ext cx="8596668" cy="688521"/>
          </a:xfrm>
        </p:spPr>
        <p:txBody>
          <a:bodyPr/>
          <a:lstStyle/>
          <a:p>
            <a:r>
              <a:rPr lang="en-IN" b="1" dirty="0"/>
              <a:t>Deliverables and Outcomes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6031E4-392F-D016-375B-0C96898A9C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1006" y="1077685"/>
            <a:ext cx="101683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 / Results Achieved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1: Portfolio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BC5B2-3EFD-7B61-9CD2-F8C4CBC62A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06" y="1913302"/>
            <a:ext cx="4945450" cy="21593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A7DECC-7A94-26F0-2356-03227B3C58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826" y="1913302"/>
            <a:ext cx="4992112" cy="21593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A9E8A0-5A13-72CA-AE7D-ACF99A4A38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06" y="4318754"/>
            <a:ext cx="4945450" cy="21500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6370EB-ABF3-4370-C810-7AF81AB67E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827" y="4318755"/>
            <a:ext cx="4992112" cy="215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27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73C05-7C5E-1A4D-1279-EA1C8FB2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62D78-E0D5-8D51-EC04-9C8BAB5AE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006" y="389164"/>
            <a:ext cx="8596668" cy="688521"/>
          </a:xfrm>
        </p:spPr>
        <p:txBody>
          <a:bodyPr/>
          <a:lstStyle/>
          <a:p>
            <a:r>
              <a:rPr lang="en-IN" b="1" dirty="0"/>
              <a:t>Deliverables and Outcomes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693BB2-12FE-69C0-5500-441645979E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1006" y="1077685"/>
            <a:ext cx="101683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 / Results Achieved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2: Online Book Store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1EF8D-C3F4-A12E-797C-97A6B4B0BC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06" y="1961602"/>
            <a:ext cx="4874225" cy="21294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C9AEC9-6CBA-1C45-1FE3-9D9F50BBE0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449" y="1961602"/>
            <a:ext cx="4893783" cy="21294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6009B8-0AFF-10D9-C045-E795C78D39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06" y="4332571"/>
            <a:ext cx="4874225" cy="21091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85B6F3-BD80-099F-54DE-4C230F8C1D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449" y="4328603"/>
            <a:ext cx="4898114" cy="210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62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6A568-66EA-4B5F-AF12-16D292DE9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34D3-46F5-9A06-E042-EB0FCF69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006" y="389164"/>
            <a:ext cx="8596668" cy="688521"/>
          </a:xfrm>
        </p:spPr>
        <p:txBody>
          <a:bodyPr/>
          <a:lstStyle/>
          <a:p>
            <a:r>
              <a:rPr lang="en-IN" b="1" dirty="0"/>
              <a:t>Deliverables and Outcomes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A92220-906D-7E23-2DE1-CFE6ACEB1D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1006" y="1463600"/>
            <a:ext cx="1016832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of Your Work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a professional online presence through the portfolio website.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 scalable foundation for real-world e-commerce applications.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user experience with responsive design and smooth interactions.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Implementation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real-world features like project showcases and contact links.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cart management and checkout flow similar to e-commerce systems.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end-to-end development workflow from UI design to backend integration.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577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4191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Individual / Team Work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553374"/>
            <a:ext cx="1034445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in Team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Currently worked as an individual developer for both portfolio and bookstore projects.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Handled end-to-end development including design, coding, and testing.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Preparing to take on a collaborative role in upcoming major team project.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 as an Individual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Independently designed and developed complete frontend and backend systems.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all core features including UI, APIs, and application logic.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Managed the full development lifecycle from planning to execution and debugging.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586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2523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Challenges &amp; Solutions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558679"/>
            <a:ext cx="832598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Challenges Faced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 a fully responsive layout that works across different devices.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and implementing Spring MVC flow and API routing.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Managing data flow and cart functionality between frontend and backend.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to Solve the Challenges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Flexbox, Media Queries, and continuous testing for responsiveness.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Studied Spring MVC concepts and practiced controller-based implementations.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Debugged using console logs, step-by-step testing, and API validation.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Lessons Learned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structured planning before starting development.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of debugging and iterative testing in building stable applications.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how frontend and backend integration works in real projects.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87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595082"/>
            <a:ext cx="843361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Completed day-wise development of a portfolio website and full-stack online bookstore, progressing from UI design to backend integration.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tasks including responsive frontend design, API development, cart implementation, and checkout functionality.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Faced challenges in responsive layout handling, Spring MVC understanding, and frontend-backend data flow management.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Gained key learnings in full-stack development, REST API integration, debugging techniques, and structured application design.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562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03201"/>
            <a:ext cx="8596668" cy="583816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6600" b="1" i="1" dirty="0">
                <a:latin typeface="Arial Black" panose="020B0A04020102020204" pitchFamily="34" charset="0"/>
              </a:rPr>
              <a:t>THANK YOU</a:t>
            </a:r>
            <a:endParaRPr lang="en-IN" sz="6600" b="1" i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37269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972</TotalTime>
  <Words>705</Words>
  <Application>Microsoft Office PowerPoint</Application>
  <PresentationFormat>Widescreen</PresentationFormat>
  <Paragraphs>102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Black</vt:lpstr>
      <vt:lpstr>Calibri</vt:lpstr>
      <vt:lpstr>Times New Roman</vt:lpstr>
      <vt:lpstr>Trebuchet MS</vt:lpstr>
      <vt:lpstr>Wingdings</vt:lpstr>
      <vt:lpstr>Wingdings 3</vt:lpstr>
      <vt:lpstr>Facet</vt:lpstr>
      <vt:lpstr>PowerPoint Presentation</vt:lpstr>
      <vt:lpstr>Internship Overview</vt:lpstr>
      <vt:lpstr>Summary of Daily Report</vt:lpstr>
      <vt:lpstr>Deliverables and Outcomes</vt:lpstr>
      <vt:lpstr>Deliverables and Outcomes</vt:lpstr>
      <vt:lpstr>Deliverables and Outcomes</vt:lpstr>
      <vt:lpstr>Deliverables and Outcomes</vt:lpstr>
      <vt:lpstr>Individual / Team Work</vt:lpstr>
      <vt:lpstr>Challenges &amp; Solutions</vt:lpstr>
      <vt:lpstr>Conclusion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BCS402 MICROCONTROLLERS  MODULE 4 </dc:title>
  <dc:creator>Pavithra D S</dc:creator>
  <cp:lastModifiedBy>Kartik Nayak</cp:lastModifiedBy>
  <cp:revision>54</cp:revision>
  <dcterms:created xsi:type="dcterms:W3CDTF">2024-07-05T06:39:23Z</dcterms:created>
  <dcterms:modified xsi:type="dcterms:W3CDTF">2026-05-05T12:22:04Z</dcterms:modified>
</cp:coreProperties>
</file>